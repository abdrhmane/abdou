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بحث حول شركة مجمع سيم الجزائرية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Groupe SIM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المقدمة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مجمع سيم من أبرز الشركات الجزائرية الرائدة في مجال الصناعات الغذائية</a:t>
            </a:r>
          </a:p>
          <a:p>
            <a:pPr>
              <a:defRPr sz="1800"/>
            </a:pPr>
            <a:r>
              <a:t>احتل مكانة مرموقة في السوق الجزائرية والإفريقية</a:t>
            </a:r>
          </a:p>
          <a:p>
            <a:pPr>
              <a:defRPr sz="1800"/>
            </a:pPr>
            <a:r>
              <a:t>منتجات متنوعة وجودة عالية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تاريخ ونشأة مجمع سيم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البدايات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تأسست الشركة: عام 1998</a:t>
            </a:r>
          </a:p>
          <a:p>
            <a:pPr>
              <a:defRPr sz="1800"/>
            </a:pPr>
            <a:r>
              <a:t>المؤسس: رجل الأعمال الجزائري سليم عثماني</a:t>
            </a:r>
          </a:p>
          <a:p>
            <a:pPr>
              <a:defRPr sz="1800"/>
            </a:pPr>
            <a:r>
              <a:t>الموقع: مقرها الرئيسي في الجزائر العاصمة</a:t>
            </a:r>
          </a:p>
          <a:p>
            <a:pPr>
              <a:defRPr sz="1800"/>
            </a:pPr>
            <a:r>
              <a:t>البداية: شركة صغيرة متخصصة في إنتاج المواد الغذائية الأساسية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التطور والنمو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التوسع السريع خلال العقدين الماضيين</a:t>
            </a:r>
          </a:p>
          <a:p>
            <a:pPr>
              <a:defRPr sz="1800"/>
            </a:pPr>
            <a:r>
              <a:t>التنويع: من منتج واحد إلى مجموعة واسعة</a:t>
            </a:r>
          </a:p>
          <a:p>
            <a:pPr>
              <a:defRPr sz="1800"/>
            </a:pPr>
            <a:r>
              <a:t>الاستثمارات في أحدث التقنيات والمعدات</a:t>
            </a:r>
          </a:p>
          <a:p>
            <a:pPr>
              <a:defRPr sz="1800"/>
            </a:pPr>
            <a:r>
              <a:t>توفير آلاف فرص العمل للجزائريين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المكانة الحالية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الريادة الوطنية: من أكبر المجموعات الصناعية الخاصة</a:t>
            </a:r>
          </a:p>
          <a:p>
            <a:pPr>
              <a:defRPr sz="1800"/>
            </a:pPr>
            <a:r>
              <a:t>التوسع الإفريقي: دخول أسواق عدة دول إفريقية</a:t>
            </a:r>
          </a:p>
          <a:p>
            <a:pPr>
              <a:defRPr sz="1800"/>
            </a:pPr>
            <a:r>
              <a:t>الاعتراف الدولي: شهادات جودة عالمية (ISO)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المنتجات الرئيسية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منتجات الألبان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الحليب المبستر والمعقم</a:t>
            </a:r>
          </a:p>
          <a:p>
            <a:pPr>
              <a:defRPr sz="1800"/>
            </a:pPr>
            <a:r>
              <a:t>الأجبان بأنواعها (جبن طري، مطبوخ، أبيض)</a:t>
            </a:r>
          </a:p>
          <a:p>
            <a:pPr>
              <a:defRPr sz="1800"/>
            </a:pPr>
            <a:r>
              <a:t>الزبادي والياغورت</a:t>
            </a:r>
          </a:p>
          <a:p>
            <a:pPr>
              <a:defRPr sz="1800"/>
            </a:pPr>
            <a:r>
              <a:t>الزبدة والقشدة</a:t>
            </a:r>
          </a:p>
          <a:p>
            <a:pPr>
              <a:defRPr sz="1800"/>
            </a:pPr>
            <a:r>
              <a:t>العلامات التجارية: Candia و Soummam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منتجات أخرى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عصائر الفواكه الطبيعية</a:t>
            </a:r>
          </a:p>
          <a:p>
            <a:pPr>
              <a:defRPr sz="1800"/>
            </a:pPr>
            <a:r>
              <a:t>المشروبات الغازية</a:t>
            </a:r>
          </a:p>
          <a:p>
            <a:pPr>
              <a:defRPr sz="1800"/>
            </a:pPr>
            <a:r>
              <a:t>المياه المعدنية</a:t>
            </a:r>
          </a:p>
          <a:p>
            <a:pPr>
              <a:defRPr sz="1800"/>
            </a:pPr>
            <a:r>
              <a:t>المعجنات والحلويات</a:t>
            </a:r>
          </a:p>
          <a:p>
            <a:pPr>
              <a:defRPr sz="1800"/>
            </a:pPr>
            <a:r>
              <a:t>المواد الغذائية المصنعة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استراتيجيات التسويق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التسويق التقليدي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شبكة توزيع ضخمة تغطي كامل التراب الوطني</a:t>
            </a:r>
          </a:p>
          <a:p>
            <a:pPr>
              <a:defRPr sz="1800"/>
            </a:pPr>
            <a:r>
              <a:t>نقاط البيع في جميع المحلات والسوبرماركت</a:t>
            </a:r>
          </a:p>
          <a:p>
            <a:pPr>
              <a:defRPr sz="1800"/>
            </a:pPr>
            <a:r>
              <a:t>الشاحنات المبردة لضمان الجودة</a:t>
            </a:r>
          </a:p>
          <a:p>
            <a:pPr>
              <a:defRPr sz="1800"/>
            </a:pPr>
            <a:r>
              <a:t>أسعار معقولة تناسب مختلف الشرائح</a:t>
            </a:r>
          </a:p>
          <a:p>
            <a:pPr>
              <a:defRPr sz="1800"/>
            </a:pPr>
            <a:r>
              <a:t>العروض الترويجية والخصومات الموسمية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التسويق الرقمي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صفحات نشطة على Facebook, Instagram, YouTube</a:t>
            </a:r>
          </a:p>
          <a:p>
            <a:pPr>
              <a:defRPr sz="1800"/>
            </a:pPr>
            <a:r>
              <a:t>محتوى تفاعلي: وصفات طبخ، نصائح صحية، مسابقات</a:t>
            </a:r>
          </a:p>
          <a:p>
            <a:pPr>
              <a:defRPr sz="1800"/>
            </a:pPr>
            <a:r>
              <a:t>الإعلانات التلفزيونية والإذاعية</a:t>
            </a:r>
          </a:p>
          <a:p>
            <a:pPr>
              <a:defRPr sz="1800"/>
            </a:pPr>
            <a:r>
              <a:t>رعاية الفعاليات الرياضية</a:t>
            </a:r>
          </a:p>
          <a:p>
            <a:pPr>
              <a:defRPr sz="1800"/>
            </a:pPr>
            <a:r>
              <a:t>الشراكات الاجتماعية والمبادرات الخيرية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التركيز على الجودة والصحة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شعارات تسويقية: الجودة، الطبيعة، والصحة</a:t>
            </a:r>
          </a:p>
          <a:p>
            <a:pPr>
              <a:defRPr sz="1800"/>
            </a:pPr>
            <a:r>
              <a:t>إبراز الشهادات الدولية والمحلية</a:t>
            </a:r>
          </a:p>
          <a:p>
            <a:pPr>
              <a:defRPr sz="1800"/>
            </a:pPr>
            <a:r>
              <a:t>الشفافية في نشر معلومات المواد الأولية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أشهر الإشهارات والحملات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حملة 'Soummam - طبيعي 100%'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الفكرة: منتجات من حليب طبيعي 100%</a:t>
            </a:r>
          </a:p>
          <a:p>
            <a:pPr>
              <a:defRPr sz="1800"/>
            </a:pPr>
            <a:r>
              <a:t>استخدام صور الطبيعة الجزائرية والمزارع المحلية</a:t>
            </a:r>
          </a:p>
          <a:p>
            <a:pPr>
              <a:defRPr sz="1800"/>
            </a:pPr>
            <a:r>
              <a:t>الرسالة: 'من الطبيعة الجزائرية إلى مائدتك'</a:t>
            </a:r>
          </a:p>
          <a:p>
            <a:pPr>
              <a:defRPr sz="1800"/>
            </a:pPr>
            <a:r>
              <a:t>التأثير: تعزيز ثقة المستهلك والهوية الوطنية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حملة رمضان السنوية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إعلانات عاطفية تركز على قيم الأسرة والتضامن</a:t>
            </a:r>
          </a:p>
          <a:p>
            <a:pPr>
              <a:defRPr sz="1800"/>
            </a:pPr>
            <a:r>
              <a:t>استخدام ممثلين ومشاهير جزائريين</a:t>
            </a:r>
          </a:p>
          <a:p>
            <a:pPr>
              <a:defRPr sz="1800"/>
            </a:pPr>
            <a:r>
              <a:t>موسيقى تصويرية وأغاني رمضانية</a:t>
            </a:r>
          </a:p>
          <a:p>
            <a:pPr>
              <a:defRPr sz="1800"/>
            </a:pPr>
            <a:r>
              <a:t>الشعار: 'Soummam - رفيق موائدكم في رمضان'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حملة 'Candia - للكبار والصغار'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استهداف جميع أفراد الأسرة</a:t>
            </a:r>
          </a:p>
          <a:p>
            <a:pPr>
              <a:defRPr sz="1800"/>
            </a:pPr>
            <a:r>
              <a:t>التركيز على الفوائد الصحية للحليب</a:t>
            </a:r>
          </a:p>
          <a:p>
            <a:pPr>
              <a:defRPr sz="1800"/>
            </a:pPr>
            <a:r>
              <a:t>مشاهد عائلية: أطفال يشربون الحليب</a:t>
            </a:r>
          </a:p>
          <a:p>
            <a:pPr>
              <a:defRPr sz="1800"/>
            </a:pPr>
            <a:r>
              <a:t>رسالة صحية: 'الحليب لعظام قوية وجسم سليم'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 حملة 'Soummam Danino'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الاستهداف: الأطفال والأمهات</a:t>
            </a:r>
          </a:p>
          <a:p>
            <a:pPr>
              <a:defRPr sz="1800"/>
            </a:pPr>
            <a:r>
              <a:t>شخصيات كرتونية محببة للأطفال</a:t>
            </a:r>
          </a:p>
          <a:p>
            <a:pPr>
              <a:defRPr sz="1800"/>
            </a:pPr>
            <a:r>
              <a:t>الرسالة: 'غذاء صحي ولذيذ لأطفالك'</a:t>
            </a:r>
          </a:p>
          <a:p>
            <a:pPr>
              <a:defRPr sz="1800"/>
            </a:pPr>
            <a:r>
              <a:t>مسابقات للأطفال على العبوات</a:t>
            </a:r>
          </a:p>
          <a:p>
            <a:pPr>
              <a:defRPr sz="1800"/>
            </a:pPr>
            <a:r>
              <a:t>الشعار: 'Danino - الطعم اللي يحبوه، الصحة اللي تحبيها'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4.5 حملة المسؤولية الاجتماعية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دعم التعليم: توزيع منتجات مجانية في المدارس</a:t>
            </a:r>
          </a:p>
          <a:p>
            <a:pPr>
              <a:defRPr sz="1800"/>
            </a:pPr>
            <a:r>
              <a:t>الصحة: حملات توعية حول التغذية السليمة</a:t>
            </a:r>
          </a:p>
          <a:p>
            <a:pPr>
              <a:defRPr sz="1800"/>
            </a:pPr>
            <a:r>
              <a:t>البيئة: مبادرات إعادة التدوير</a:t>
            </a:r>
          </a:p>
          <a:p>
            <a:pPr>
              <a:defRPr sz="1800"/>
            </a:pPr>
            <a:r>
              <a:t>تعزيز الصورة الإيجابية للعلامة التجارية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عوامل النجاح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عوامل النجاح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الجودة: معايير صارمة ومختبرات متطورة</a:t>
            </a:r>
          </a:p>
          <a:p>
            <a:pPr>
              <a:defRPr sz="1800"/>
            </a:pPr>
            <a:r>
              <a:t>الابتكار: منتجات جديدة وتغليف عملي</a:t>
            </a:r>
          </a:p>
          <a:p>
            <a:pPr>
              <a:defRPr sz="1800"/>
            </a:pPr>
            <a:r>
              <a:t>الاستثمار في الموارد البشرية والتدريب</a:t>
            </a:r>
          </a:p>
          <a:p>
            <a:pPr>
              <a:defRPr sz="1800"/>
            </a:pPr>
            <a:r>
              <a:t>التسويق الذكي وفهم السوق الجزائري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التحديات والمنافسة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التحديات والاستجابة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التحديات: المنافسة الأجنبية، تقلبات الأسعار، اللوجستيك</a:t>
            </a:r>
          </a:p>
          <a:p>
            <a:pPr>
              <a:defRPr sz="1800"/>
            </a:pPr>
            <a:r>
              <a:t>الاستجابة: التطوير المستمر للمنتجات</a:t>
            </a:r>
          </a:p>
          <a:p>
            <a:pPr>
              <a:defRPr sz="1800"/>
            </a:pPr>
            <a:r>
              <a:t>التوسع: فتح أسواق جديدة في إفريقيا</a:t>
            </a:r>
          </a:p>
          <a:p>
            <a:pPr>
              <a:defRPr sz="1800"/>
            </a:pPr>
            <a:r>
              <a:t>الشراكات: تعاون مع علامات عالمية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الرؤية المستقبلية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الأهداف والمشاريع القادمة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التصدير: زيادة الصادرات إلى الدول الإفريقية والعربية</a:t>
            </a:r>
          </a:p>
          <a:p>
            <a:pPr>
              <a:defRPr sz="1800"/>
            </a:pPr>
            <a:r>
              <a:t>التنويع: دخول قطاعات جديدة</a:t>
            </a:r>
          </a:p>
          <a:p>
            <a:pPr>
              <a:defRPr sz="1800"/>
            </a:pPr>
            <a:r>
              <a:t>الاستدامة: ممارسات صديقة للبيئة</a:t>
            </a:r>
          </a:p>
          <a:p>
            <a:pPr>
              <a:defRPr sz="1800"/>
            </a:pPr>
            <a:r>
              <a:t>مصانع جديدة: توسيع الطاقة الإنتاجية</a:t>
            </a:r>
          </a:p>
          <a:p>
            <a:pPr>
              <a:defRPr sz="1800"/>
            </a:pPr>
            <a:r>
              <a:t>البحث والتطوير والرقمنة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الخاتمة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مجمع سيم نموذج ناجح للمقاولاتية الجزائرية</a:t>
            </a:r>
          </a:p>
          <a:p>
            <a:pPr>
              <a:defRPr sz="1800"/>
            </a:pPr>
            <a:r>
              <a:t>بناء إمبراطورية صناعية بفضل الجودة والابتكار</a:t>
            </a:r>
          </a:p>
          <a:p>
            <a:pPr>
              <a:defRPr sz="1800"/>
            </a:pPr>
            <a:r>
              <a:t>نجاح في فرض المنتجات محليًا والتوسع خارجيًا</a:t>
            </a:r>
          </a:p>
          <a:p>
            <a:pPr>
              <a:defRPr sz="1800"/>
            </a:pPr>
            <a:r>
              <a:t>حملات إعلانية مؤثرة تلامس الوجدان الجزائري</a:t>
            </a:r>
          </a:p>
          <a:p>
            <a:pPr>
              <a:defRPr sz="1800"/>
            </a:pPr>
            <a:r>
              <a:t>جزء لا يتجزأ من الحياة اليومية للأسر الجزائرية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المراجع والمصادر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الموقع الرسمي لمجمع سيم</a:t>
            </a:r>
          </a:p>
          <a:p>
            <a:pPr>
              <a:defRPr sz="1800"/>
            </a:pPr>
            <a:r>
              <a:t>تقارير إعلامية جزائرية</a:t>
            </a:r>
          </a:p>
          <a:p>
            <a:pPr>
              <a:defRPr sz="1800"/>
            </a:pPr>
            <a:r>
              <a:t>دراسات السوق الجزائرية</a:t>
            </a:r>
          </a:p>
          <a:p>
            <a:pPr>
              <a:defRPr sz="1800"/>
            </a:pPr>
            <a:r>
              <a:t>مقابلات مع مسؤولي الشركة</a:t>
            </a:r>
          </a:p>
          <a:p>
            <a:pPr>
              <a:defRPr sz="1800"/>
            </a:pPr>
            <a:r>
              <a:t>تحليلات الحملات الإعلانية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شكراً لحسن الاستماع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تاريخ إعداد البحث: نوفمبر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